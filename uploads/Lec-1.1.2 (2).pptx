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5"/>
  </p:notesMasterIdLst>
  <p:sldIdLst>
    <p:sldId id="257" r:id="rId3"/>
    <p:sldId id="452" r:id="rId4"/>
    <p:sldId id="466" r:id="rId5"/>
    <p:sldId id="453" r:id="rId6"/>
    <p:sldId id="454" r:id="rId7"/>
    <p:sldId id="455" r:id="rId8"/>
    <p:sldId id="456" r:id="rId9"/>
    <p:sldId id="457" r:id="rId10"/>
    <p:sldId id="458" r:id="rId11"/>
    <p:sldId id="372" r:id="rId12"/>
    <p:sldId id="419" r:id="rId13"/>
    <p:sldId id="373" r:id="rId14"/>
    <p:sldId id="438" r:id="rId15"/>
    <p:sldId id="439" r:id="rId16"/>
    <p:sldId id="444" r:id="rId17"/>
    <p:sldId id="418" r:id="rId18"/>
    <p:sldId id="428" r:id="rId19"/>
    <p:sldId id="459" r:id="rId20"/>
    <p:sldId id="460" r:id="rId21"/>
    <p:sldId id="423" r:id="rId22"/>
    <p:sldId id="465" r:id="rId23"/>
    <p:sldId id="42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C59DDB-FA6D-4E82-8036-319554183B33}" v="31" dt="2025-12-14T14:34:27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tu malik" userId="0b02c8ba811d5a99" providerId="LiveId" clId="{D34FE5DD-64B3-47E6-B914-0030FA8D7AB4}"/>
    <pc:docChg chg="undo custSel addSld delSld modSld">
      <pc:chgData name="neetu malik" userId="0b02c8ba811d5a99" providerId="LiveId" clId="{D34FE5DD-64B3-47E6-B914-0030FA8D7AB4}" dt="2025-12-14T14:34:35.693" v="130" actId="14100"/>
      <pc:docMkLst>
        <pc:docMk/>
      </pc:docMkLst>
      <pc:sldChg chg="modSp mod">
        <pc:chgData name="neetu malik" userId="0b02c8ba811d5a99" providerId="LiveId" clId="{D34FE5DD-64B3-47E6-B914-0030FA8D7AB4}" dt="2025-12-14T14:08:11.261" v="3" actId="20577"/>
        <pc:sldMkLst>
          <pc:docMk/>
          <pc:sldMk cId="0" sldId="257"/>
        </pc:sldMkLst>
        <pc:spChg chg="mod">
          <ac:chgData name="neetu malik" userId="0b02c8ba811d5a99" providerId="LiveId" clId="{D34FE5DD-64B3-47E6-B914-0030FA8D7AB4}" dt="2025-12-14T14:08:11.261" v="3" actId="20577"/>
          <ac:spMkLst>
            <pc:docMk/>
            <pc:sldMk cId="0" sldId="257"/>
            <ac:spMk id="102" creationId="{00000000-0000-0000-0000-000000000000}"/>
          </ac:spMkLst>
        </pc:spChg>
      </pc:sldChg>
      <pc:sldChg chg="addSp delSp modSp mod">
        <pc:chgData name="neetu malik" userId="0b02c8ba811d5a99" providerId="LiveId" clId="{D34FE5DD-64B3-47E6-B914-0030FA8D7AB4}" dt="2025-12-14T14:23:35.676" v="79" actId="14100"/>
        <pc:sldMkLst>
          <pc:docMk/>
          <pc:sldMk cId="3706719590" sldId="372"/>
        </pc:sldMkLst>
        <pc:picChg chg="add mod">
          <ac:chgData name="neetu malik" userId="0b02c8ba811d5a99" providerId="LiveId" clId="{D34FE5DD-64B3-47E6-B914-0030FA8D7AB4}" dt="2025-12-14T14:23:35.676" v="79" actId="14100"/>
          <ac:picMkLst>
            <pc:docMk/>
            <pc:sldMk cId="3706719590" sldId="372"/>
            <ac:picMk id="2" creationId="{86EF9B8B-6D2C-FD68-BD7D-7268D59EE4CC}"/>
          </ac:picMkLst>
        </pc:picChg>
        <pc:picChg chg="del">
          <ac:chgData name="neetu malik" userId="0b02c8ba811d5a99" providerId="LiveId" clId="{D34FE5DD-64B3-47E6-B914-0030FA8D7AB4}" dt="2025-12-14T14:15:52.166" v="35" actId="478"/>
          <ac:picMkLst>
            <pc:docMk/>
            <pc:sldMk cId="3706719590" sldId="372"/>
            <ac:picMk id="3" creationId="{81F17E3F-41A9-EB72-6823-B5B7541B565A}"/>
          </ac:picMkLst>
        </pc:picChg>
      </pc:sldChg>
      <pc:sldChg chg="addSp delSp modSp mod">
        <pc:chgData name="neetu malik" userId="0b02c8ba811d5a99" providerId="LiveId" clId="{D34FE5DD-64B3-47E6-B914-0030FA8D7AB4}" dt="2025-12-14T14:26:03.460" v="91" actId="1076"/>
        <pc:sldMkLst>
          <pc:docMk/>
          <pc:sldMk cId="3712765771" sldId="373"/>
        </pc:sldMkLst>
        <pc:picChg chg="add mod">
          <ac:chgData name="neetu malik" userId="0b02c8ba811d5a99" providerId="LiveId" clId="{D34FE5DD-64B3-47E6-B914-0030FA8D7AB4}" dt="2025-12-14T14:26:03.460" v="91" actId="1076"/>
          <ac:picMkLst>
            <pc:docMk/>
            <pc:sldMk cId="3712765771" sldId="373"/>
            <ac:picMk id="2" creationId="{E31AC4AE-237D-60AB-457D-AA273E7A4E63}"/>
          </ac:picMkLst>
        </pc:picChg>
        <pc:picChg chg="del">
          <ac:chgData name="neetu malik" userId="0b02c8ba811d5a99" providerId="LiveId" clId="{D34FE5DD-64B3-47E6-B914-0030FA8D7AB4}" dt="2025-12-14T14:15:59.626" v="37" actId="478"/>
          <ac:picMkLst>
            <pc:docMk/>
            <pc:sldMk cId="3712765771" sldId="373"/>
            <ac:picMk id="3" creationId="{A946F4C2-02C6-A1F2-B4F2-44708E3F7A17}"/>
          </ac:picMkLst>
        </pc:picChg>
        <pc:picChg chg="add mod">
          <ac:chgData name="neetu malik" userId="0b02c8ba811d5a99" providerId="LiveId" clId="{D34FE5DD-64B3-47E6-B914-0030FA8D7AB4}" dt="2025-12-14T14:25:52.169" v="88" actId="1076"/>
          <ac:picMkLst>
            <pc:docMk/>
            <pc:sldMk cId="3712765771" sldId="373"/>
            <ac:picMk id="4" creationId="{0BE49C19-2BE2-8219-3065-913360B446DF}"/>
          </ac:picMkLst>
        </pc:picChg>
      </pc:sldChg>
      <pc:sldChg chg="addSp delSp modSp mod">
        <pc:chgData name="neetu malik" userId="0b02c8ba811d5a99" providerId="LiveId" clId="{D34FE5DD-64B3-47E6-B914-0030FA8D7AB4}" dt="2025-12-14T14:30:28.310" v="106" actId="14100"/>
        <pc:sldMkLst>
          <pc:docMk/>
          <pc:sldMk cId="3820055013" sldId="418"/>
        </pc:sldMkLst>
        <pc:picChg chg="del">
          <ac:chgData name="neetu malik" userId="0b02c8ba811d5a99" providerId="LiveId" clId="{D34FE5DD-64B3-47E6-B914-0030FA8D7AB4}" dt="2025-12-14T14:16:24.019" v="43" actId="478"/>
          <ac:picMkLst>
            <pc:docMk/>
            <pc:sldMk cId="3820055013" sldId="418"/>
            <ac:picMk id="2" creationId="{4D46B220-875E-FC9B-0DA7-88FE0AAA7848}"/>
          </ac:picMkLst>
        </pc:picChg>
        <pc:picChg chg="add mod">
          <ac:chgData name="neetu malik" userId="0b02c8ba811d5a99" providerId="LiveId" clId="{D34FE5DD-64B3-47E6-B914-0030FA8D7AB4}" dt="2025-12-14T14:29:58.131" v="103" actId="14100"/>
          <ac:picMkLst>
            <pc:docMk/>
            <pc:sldMk cId="3820055013" sldId="418"/>
            <ac:picMk id="3" creationId="{627DEB2B-4A93-0FA8-87E6-A0FED52914A0}"/>
          </ac:picMkLst>
        </pc:picChg>
        <pc:picChg chg="add mod">
          <ac:chgData name="neetu malik" userId="0b02c8ba811d5a99" providerId="LiveId" clId="{D34FE5DD-64B3-47E6-B914-0030FA8D7AB4}" dt="2025-12-14T14:30:28.310" v="106" actId="14100"/>
          <ac:picMkLst>
            <pc:docMk/>
            <pc:sldMk cId="3820055013" sldId="418"/>
            <ac:picMk id="4" creationId="{F0DB5DC6-6017-C949-0473-CCAFD61E5713}"/>
          </ac:picMkLst>
        </pc:picChg>
      </pc:sldChg>
      <pc:sldChg chg="addSp delSp modSp mod">
        <pc:chgData name="neetu malik" userId="0b02c8ba811d5a99" providerId="LiveId" clId="{D34FE5DD-64B3-47E6-B914-0030FA8D7AB4}" dt="2025-12-14T14:24:19.785" v="82" actId="14100"/>
        <pc:sldMkLst>
          <pc:docMk/>
          <pc:sldMk cId="2957521696" sldId="419"/>
        </pc:sldMkLst>
        <pc:picChg chg="del">
          <ac:chgData name="neetu malik" userId="0b02c8ba811d5a99" providerId="LiveId" clId="{D34FE5DD-64B3-47E6-B914-0030FA8D7AB4}" dt="2025-12-14T14:15:55.615" v="36" actId="478"/>
          <ac:picMkLst>
            <pc:docMk/>
            <pc:sldMk cId="2957521696" sldId="419"/>
            <ac:picMk id="2" creationId="{9FBE15D8-E0DA-2FFB-75D6-2AD8B058A4FA}"/>
          </ac:picMkLst>
        </pc:picChg>
        <pc:picChg chg="add mod">
          <ac:chgData name="neetu malik" userId="0b02c8ba811d5a99" providerId="LiveId" clId="{D34FE5DD-64B3-47E6-B914-0030FA8D7AB4}" dt="2025-12-14T14:24:19.785" v="82" actId="14100"/>
          <ac:picMkLst>
            <pc:docMk/>
            <pc:sldMk cId="2957521696" sldId="419"/>
            <ac:picMk id="3" creationId="{669930FC-99D9-8864-D052-E0EB8B785B3D}"/>
          </ac:picMkLst>
        </pc:picChg>
      </pc:sldChg>
      <pc:sldChg chg="addSp delSp modSp mod">
        <pc:chgData name="neetu malik" userId="0b02c8ba811d5a99" providerId="LiveId" clId="{D34FE5DD-64B3-47E6-B914-0030FA8D7AB4}" dt="2025-12-14T14:19:52.550" v="73" actId="14100"/>
        <pc:sldMkLst>
          <pc:docMk/>
          <pc:sldMk cId="3567046667" sldId="423"/>
        </pc:sldMkLst>
        <pc:spChg chg="del mod">
          <ac:chgData name="neetu malik" userId="0b02c8ba811d5a99" providerId="LiveId" clId="{D34FE5DD-64B3-47E6-B914-0030FA8D7AB4}" dt="2025-12-14T14:19:41.799" v="70" actId="478"/>
          <ac:spMkLst>
            <pc:docMk/>
            <pc:sldMk cId="3567046667" sldId="423"/>
            <ac:spMk id="37891" creationId="{00000000-0000-0000-0000-000000000000}"/>
          </ac:spMkLst>
        </pc:spChg>
        <pc:picChg chg="add del mod">
          <ac:chgData name="neetu malik" userId="0b02c8ba811d5a99" providerId="LiveId" clId="{D34FE5DD-64B3-47E6-B914-0030FA8D7AB4}" dt="2025-12-14T14:19:39.620" v="69" actId="478"/>
          <ac:picMkLst>
            <pc:docMk/>
            <pc:sldMk cId="3567046667" sldId="423"/>
            <ac:picMk id="3" creationId="{E38B042B-2C13-0DCB-04EC-B8816E681D71}"/>
          </ac:picMkLst>
        </pc:picChg>
        <pc:picChg chg="add mod">
          <ac:chgData name="neetu malik" userId="0b02c8ba811d5a99" providerId="LiveId" clId="{D34FE5DD-64B3-47E6-B914-0030FA8D7AB4}" dt="2025-12-14T14:19:52.550" v="73" actId="14100"/>
          <ac:picMkLst>
            <pc:docMk/>
            <pc:sldMk cId="3567046667" sldId="423"/>
            <ac:picMk id="4" creationId="{5D0738D0-5625-F201-2DBC-470515D7E78F}"/>
          </ac:picMkLst>
        </pc:picChg>
      </pc:sldChg>
      <pc:sldChg chg="addSp delSp modSp mod">
        <pc:chgData name="neetu malik" userId="0b02c8ba811d5a99" providerId="LiveId" clId="{D34FE5DD-64B3-47E6-B914-0030FA8D7AB4}" dt="2025-12-14T14:31:11.266" v="111" actId="14100"/>
        <pc:sldMkLst>
          <pc:docMk/>
          <pc:sldMk cId="263882136" sldId="428"/>
        </pc:sldMkLst>
        <pc:picChg chg="del">
          <ac:chgData name="neetu malik" userId="0b02c8ba811d5a99" providerId="LiveId" clId="{D34FE5DD-64B3-47E6-B914-0030FA8D7AB4}" dt="2025-12-14T14:16:28.365" v="44" actId="478"/>
          <ac:picMkLst>
            <pc:docMk/>
            <pc:sldMk cId="263882136" sldId="428"/>
            <ac:picMk id="2" creationId="{13F2C3DE-BA42-C8D5-CE19-46E6C1049EA2}"/>
          </ac:picMkLst>
        </pc:picChg>
        <pc:picChg chg="add mod">
          <ac:chgData name="neetu malik" userId="0b02c8ba811d5a99" providerId="LiveId" clId="{D34FE5DD-64B3-47E6-B914-0030FA8D7AB4}" dt="2025-12-14T14:31:11.266" v="111" actId="14100"/>
          <ac:picMkLst>
            <pc:docMk/>
            <pc:sldMk cId="263882136" sldId="428"/>
            <ac:picMk id="3" creationId="{43E3D487-29ED-4CC4-6602-DA3C7EA6B3CF}"/>
          </ac:picMkLst>
        </pc:picChg>
      </pc:sldChg>
      <pc:sldChg chg="addSp delSp modSp mod">
        <pc:chgData name="neetu malik" userId="0b02c8ba811d5a99" providerId="LiveId" clId="{D34FE5DD-64B3-47E6-B914-0030FA8D7AB4}" dt="2025-12-14T14:26:58.027" v="94" actId="14100"/>
        <pc:sldMkLst>
          <pc:docMk/>
          <pc:sldMk cId="2388100344" sldId="438"/>
        </pc:sldMkLst>
        <pc:picChg chg="del">
          <ac:chgData name="neetu malik" userId="0b02c8ba811d5a99" providerId="LiveId" clId="{D34FE5DD-64B3-47E6-B914-0030FA8D7AB4}" dt="2025-12-14T14:16:03.980" v="38" actId="478"/>
          <ac:picMkLst>
            <pc:docMk/>
            <pc:sldMk cId="2388100344" sldId="438"/>
            <ac:picMk id="2" creationId="{8FE8C241-4B65-938D-C9BD-3EDEA3BBBEE4}"/>
          </ac:picMkLst>
        </pc:picChg>
        <pc:picChg chg="del">
          <ac:chgData name="neetu malik" userId="0b02c8ba811d5a99" providerId="LiveId" clId="{D34FE5DD-64B3-47E6-B914-0030FA8D7AB4}" dt="2025-12-14T14:16:06.140" v="39" actId="478"/>
          <ac:picMkLst>
            <pc:docMk/>
            <pc:sldMk cId="2388100344" sldId="438"/>
            <ac:picMk id="3" creationId="{08140D16-CFA0-56AE-2287-72BDCD213F1B}"/>
          </ac:picMkLst>
        </pc:picChg>
        <pc:picChg chg="add mod">
          <ac:chgData name="neetu malik" userId="0b02c8ba811d5a99" providerId="LiveId" clId="{D34FE5DD-64B3-47E6-B914-0030FA8D7AB4}" dt="2025-12-14T14:26:58.027" v="94" actId="14100"/>
          <ac:picMkLst>
            <pc:docMk/>
            <pc:sldMk cId="2388100344" sldId="438"/>
            <ac:picMk id="4" creationId="{AC0BA6AB-B44E-550F-D83E-F660C5FBA0C6}"/>
          </ac:picMkLst>
        </pc:picChg>
      </pc:sldChg>
      <pc:sldChg chg="addSp delSp modSp mod">
        <pc:chgData name="neetu malik" userId="0b02c8ba811d5a99" providerId="LiveId" clId="{D34FE5DD-64B3-47E6-B914-0030FA8D7AB4}" dt="2025-12-14T14:27:47.614" v="97" actId="14100"/>
        <pc:sldMkLst>
          <pc:docMk/>
          <pc:sldMk cId="776877361" sldId="439"/>
        </pc:sldMkLst>
        <pc:picChg chg="add mod">
          <ac:chgData name="neetu malik" userId="0b02c8ba811d5a99" providerId="LiveId" clId="{D34FE5DD-64B3-47E6-B914-0030FA8D7AB4}" dt="2025-12-14T14:27:47.614" v="97" actId="14100"/>
          <ac:picMkLst>
            <pc:docMk/>
            <pc:sldMk cId="776877361" sldId="439"/>
            <ac:picMk id="2" creationId="{110E25CF-8008-54E6-345C-E9E8B7B035D4}"/>
          </ac:picMkLst>
        </pc:picChg>
        <pc:picChg chg="del">
          <ac:chgData name="neetu malik" userId="0b02c8ba811d5a99" providerId="LiveId" clId="{D34FE5DD-64B3-47E6-B914-0030FA8D7AB4}" dt="2025-12-14T14:16:13.066" v="40" actId="478"/>
          <ac:picMkLst>
            <pc:docMk/>
            <pc:sldMk cId="776877361" sldId="439"/>
            <ac:picMk id="3" creationId="{C8E0C0B8-0610-CBCA-4E87-CC34ED112517}"/>
          </ac:picMkLst>
        </pc:picChg>
      </pc:sldChg>
      <pc:sldChg chg="addSp delSp modSp mod">
        <pc:chgData name="neetu malik" userId="0b02c8ba811d5a99" providerId="LiveId" clId="{D34FE5DD-64B3-47E6-B914-0030FA8D7AB4}" dt="2025-12-14T14:28:22.188" v="100" actId="14100"/>
        <pc:sldMkLst>
          <pc:docMk/>
          <pc:sldMk cId="2714649651" sldId="444"/>
        </pc:sldMkLst>
        <pc:picChg chg="del">
          <ac:chgData name="neetu malik" userId="0b02c8ba811d5a99" providerId="LiveId" clId="{D34FE5DD-64B3-47E6-B914-0030FA8D7AB4}" dt="2025-12-14T14:16:17.372" v="41" actId="478"/>
          <ac:picMkLst>
            <pc:docMk/>
            <pc:sldMk cId="2714649651" sldId="444"/>
            <ac:picMk id="2" creationId="{560B0638-CDDD-22FD-829D-ED404F87EE7F}"/>
          </ac:picMkLst>
        </pc:picChg>
        <pc:picChg chg="del">
          <ac:chgData name="neetu malik" userId="0b02c8ba811d5a99" providerId="LiveId" clId="{D34FE5DD-64B3-47E6-B914-0030FA8D7AB4}" dt="2025-12-14T14:16:19.549" v="42" actId="478"/>
          <ac:picMkLst>
            <pc:docMk/>
            <pc:sldMk cId="2714649651" sldId="444"/>
            <ac:picMk id="3" creationId="{AF720A1A-3BDE-004A-9404-3F72BD0C4DDA}"/>
          </ac:picMkLst>
        </pc:picChg>
        <pc:picChg chg="add mod">
          <ac:chgData name="neetu malik" userId="0b02c8ba811d5a99" providerId="LiveId" clId="{D34FE5DD-64B3-47E6-B914-0030FA8D7AB4}" dt="2025-12-14T14:28:22.188" v="100" actId="14100"/>
          <ac:picMkLst>
            <pc:docMk/>
            <pc:sldMk cId="2714649651" sldId="444"/>
            <ac:picMk id="4" creationId="{BE6C94BF-74DA-9FFD-2230-4DD2E8DE6D27}"/>
          </ac:picMkLst>
        </pc:picChg>
      </pc:sldChg>
      <pc:sldChg chg="delSp del mod">
        <pc:chgData name="neetu malik" userId="0b02c8ba811d5a99" providerId="LiveId" clId="{D34FE5DD-64B3-47E6-B914-0030FA8D7AB4}" dt="2025-12-14T14:33:12.591" v="121" actId="47"/>
        <pc:sldMkLst>
          <pc:docMk/>
          <pc:sldMk cId="2868963316" sldId="445"/>
        </pc:sldMkLst>
        <pc:picChg chg="del">
          <ac:chgData name="neetu malik" userId="0b02c8ba811d5a99" providerId="LiveId" clId="{D34FE5DD-64B3-47E6-B914-0030FA8D7AB4}" dt="2025-12-14T14:16:50.053" v="51" actId="478"/>
          <ac:picMkLst>
            <pc:docMk/>
            <pc:sldMk cId="2868963316" sldId="445"/>
            <ac:picMk id="2" creationId="{5CFCA889-BD0A-4DBA-8E4C-ACD58D47884E}"/>
          </ac:picMkLst>
        </pc:picChg>
      </pc:sldChg>
      <pc:sldChg chg="delSp del mod">
        <pc:chgData name="neetu malik" userId="0b02c8ba811d5a99" providerId="LiveId" clId="{D34FE5DD-64B3-47E6-B914-0030FA8D7AB4}" dt="2025-12-14T14:33:10.554" v="120" actId="47"/>
        <pc:sldMkLst>
          <pc:docMk/>
          <pc:sldMk cId="3213706414" sldId="447"/>
        </pc:sldMkLst>
        <pc:picChg chg="del">
          <ac:chgData name="neetu malik" userId="0b02c8ba811d5a99" providerId="LiveId" clId="{D34FE5DD-64B3-47E6-B914-0030FA8D7AB4}" dt="2025-12-14T14:16:47.603" v="50" actId="478"/>
          <ac:picMkLst>
            <pc:docMk/>
            <pc:sldMk cId="3213706414" sldId="447"/>
            <ac:picMk id="5" creationId="{EBCC3F19-E139-1CEF-F2D5-C038254D0428}"/>
          </ac:picMkLst>
        </pc:picChg>
      </pc:sldChg>
      <pc:sldChg chg="modSp mod">
        <pc:chgData name="neetu malik" userId="0b02c8ba811d5a99" providerId="LiveId" clId="{D34FE5DD-64B3-47E6-B914-0030FA8D7AB4}" dt="2025-12-14T14:10:59.963" v="13" actId="6549"/>
        <pc:sldMkLst>
          <pc:docMk/>
          <pc:sldMk cId="423194739" sldId="453"/>
        </pc:sldMkLst>
        <pc:spChg chg="mod">
          <ac:chgData name="neetu malik" userId="0b02c8ba811d5a99" providerId="LiveId" clId="{D34FE5DD-64B3-47E6-B914-0030FA8D7AB4}" dt="2025-12-14T14:10:59.963" v="13" actId="6549"/>
          <ac:spMkLst>
            <pc:docMk/>
            <pc:sldMk cId="423194739" sldId="453"/>
            <ac:spMk id="7" creationId="{00000000-0000-0000-0000-000000000000}"/>
          </ac:spMkLst>
        </pc:spChg>
      </pc:sldChg>
      <pc:sldChg chg="addSp delSp modSp mod">
        <pc:chgData name="neetu malik" userId="0b02c8ba811d5a99" providerId="LiveId" clId="{D34FE5DD-64B3-47E6-B914-0030FA8D7AB4}" dt="2025-12-14T14:13:49.667" v="19" actId="14100"/>
        <pc:sldMkLst>
          <pc:docMk/>
          <pc:sldMk cId="2079901414" sldId="454"/>
        </pc:sldMkLst>
        <pc:spChg chg="add del mod">
          <ac:chgData name="neetu malik" userId="0b02c8ba811d5a99" providerId="LiveId" clId="{D34FE5DD-64B3-47E6-B914-0030FA8D7AB4}" dt="2025-12-14T14:13:37.018" v="15" actId="478"/>
          <ac:spMkLst>
            <pc:docMk/>
            <pc:sldMk cId="2079901414" sldId="454"/>
            <ac:spMk id="4" creationId="{877E1053-9B81-2ADA-3214-45629AA40FB4}"/>
          </ac:spMkLst>
        </pc:spChg>
        <pc:spChg chg="del">
          <ac:chgData name="neetu malik" userId="0b02c8ba811d5a99" providerId="LiveId" clId="{D34FE5DD-64B3-47E6-B914-0030FA8D7AB4}" dt="2025-12-14T14:13:34.577" v="14" actId="478"/>
          <ac:spMkLst>
            <pc:docMk/>
            <pc:sldMk cId="2079901414" sldId="454"/>
            <ac:spMk id="56323" creationId="{00000000-0000-0000-0000-000000000000}"/>
          </ac:spMkLst>
        </pc:spChg>
        <pc:picChg chg="del">
          <ac:chgData name="neetu malik" userId="0b02c8ba811d5a99" providerId="LiveId" clId="{D34FE5DD-64B3-47E6-B914-0030FA8D7AB4}" dt="2025-12-14T14:13:39.704" v="16" actId="478"/>
          <ac:picMkLst>
            <pc:docMk/>
            <pc:sldMk cId="2079901414" sldId="454"/>
            <ac:picMk id="2" creationId="{AAE8303C-8C39-7B73-975C-CE078D181FC9}"/>
          </ac:picMkLst>
        </pc:picChg>
        <pc:picChg chg="add mod">
          <ac:chgData name="neetu malik" userId="0b02c8ba811d5a99" providerId="LiveId" clId="{D34FE5DD-64B3-47E6-B914-0030FA8D7AB4}" dt="2025-12-14T14:13:49.667" v="19" actId="14100"/>
          <ac:picMkLst>
            <pc:docMk/>
            <pc:sldMk cId="2079901414" sldId="454"/>
            <ac:picMk id="5" creationId="{4829AA72-9362-EE74-47A7-E8D9160F31DE}"/>
          </ac:picMkLst>
        </pc:picChg>
      </pc:sldChg>
      <pc:sldChg chg="addSp delSp modSp mod">
        <pc:chgData name="neetu malik" userId="0b02c8ba811d5a99" providerId="LiveId" clId="{D34FE5DD-64B3-47E6-B914-0030FA8D7AB4}" dt="2025-12-14T14:14:25.573" v="23" actId="14100"/>
        <pc:sldMkLst>
          <pc:docMk/>
          <pc:sldMk cId="3293091842" sldId="455"/>
        </pc:sldMkLst>
        <pc:picChg chg="del">
          <ac:chgData name="neetu malik" userId="0b02c8ba811d5a99" providerId="LiveId" clId="{D34FE5DD-64B3-47E6-B914-0030FA8D7AB4}" dt="2025-12-14T14:13:54.546" v="20" actId="478"/>
          <ac:picMkLst>
            <pc:docMk/>
            <pc:sldMk cId="3293091842" sldId="455"/>
            <ac:picMk id="2" creationId="{8A831E03-C270-A906-65E1-827FCE00849B}"/>
          </ac:picMkLst>
        </pc:picChg>
        <pc:picChg chg="add mod">
          <ac:chgData name="neetu malik" userId="0b02c8ba811d5a99" providerId="LiveId" clId="{D34FE5DD-64B3-47E6-B914-0030FA8D7AB4}" dt="2025-12-14T14:14:25.573" v="23" actId="14100"/>
          <ac:picMkLst>
            <pc:docMk/>
            <pc:sldMk cId="3293091842" sldId="455"/>
            <ac:picMk id="3" creationId="{A05668FA-A03B-55A9-F81D-00D0C7C3AE21}"/>
          </ac:picMkLst>
        </pc:picChg>
      </pc:sldChg>
      <pc:sldChg chg="addSp delSp modSp mod">
        <pc:chgData name="neetu malik" userId="0b02c8ba811d5a99" providerId="LiveId" clId="{D34FE5DD-64B3-47E6-B914-0030FA8D7AB4}" dt="2025-12-14T14:15:05.427" v="29" actId="1076"/>
        <pc:sldMkLst>
          <pc:docMk/>
          <pc:sldMk cId="1123675604" sldId="456"/>
        </pc:sldMkLst>
        <pc:picChg chg="del">
          <ac:chgData name="neetu malik" userId="0b02c8ba811d5a99" providerId="LiveId" clId="{D34FE5DD-64B3-47E6-B914-0030FA8D7AB4}" dt="2025-12-14T14:14:35.341" v="24" actId="478"/>
          <ac:picMkLst>
            <pc:docMk/>
            <pc:sldMk cId="1123675604" sldId="456"/>
            <ac:picMk id="2" creationId="{E97931F4-3490-B276-E377-694F517CE9ED}"/>
          </ac:picMkLst>
        </pc:picChg>
        <pc:picChg chg="del">
          <ac:chgData name="neetu malik" userId="0b02c8ba811d5a99" providerId="LiveId" clId="{D34FE5DD-64B3-47E6-B914-0030FA8D7AB4}" dt="2025-12-14T14:14:37.263" v="25" actId="478"/>
          <ac:picMkLst>
            <pc:docMk/>
            <pc:sldMk cId="1123675604" sldId="456"/>
            <ac:picMk id="3" creationId="{3FFB5062-3695-A64B-E977-5FD0919A4E09}"/>
          </ac:picMkLst>
        </pc:picChg>
        <pc:picChg chg="add mod">
          <ac:chgData name="neetu malik" userId="0b02c8ba811d5a99" providerId="LiveId" clId="{D34FE5DD-64B3-47E6-B914-0030FA8D7AB4}" dt="2025-12-14T14:15:05.427" v="29" actId="1076"/>
          <ac:picMkLst>
            <pc:docMk/>
            <pc:sldMk cId="1123675604" sldId="456"/>
            <ac:picMk id="4" creationId="{55C511A6-A61D-108B-2AC7-896B5E680EBE}"/>
          </ac:picMkLst>
        </pc:picChg>
      </pc:sldChg>
      <pc:sldChg chg="addSp delSp modSp mod">
        <pc:chgData name="neetu malik" userId="0b02c8ba811d5a99" providerId="LiveId" clId="{D34FE5DD-64B3-47E6-B914-0030FA8D7AB4}" dt="2025-12-14T14:15:38.318" v="33" actId="14100"/>
        <pc:sldMkLst>
          <pc:docMk/>
          <pc:sldMk cId="1423335762" sldId="457"/>
        </pc:sldMkLst>
        <pc:picChg chg="add mod">
          <ac:chgData name="neetu malik" userId="0b02c8ba811d5a99" providerId="LiveId" clId="{D34FE5DD-64B3-47E6-B914-0030FA8D7AB4}" dt="2025-12-14T14:15:38.318" v="33" actId="14100"/>
          <ac:picMkLst>
            <pc:docMk/>
            <pc:sldMk cId="1423335762" sldId="457"/>
            <ac:picMk id="2" creationId="{A0F26A69-E7F9-B0A7-C74E-DF43B02D4994}"/>
          </ac:picMkLst>
        </pc:picChg>
        <pc:picChg chg="del">
          <ac:chgData name="neetu malik" userId="0b02c8ba811d5a99" providerId="LiveId" clId="{D34FE5DD-64B3-47E6-B914-0030FA8D7AB4}" dt="2025-12-14T14:15:08.686" v="30" actId="478"/>
          <ac:picMkLst>
            <pc:docMk/>
            <pc:sldMk cId="1423335762" sldId="457"/>
            <ac:picMk id="3" creationId="{5F41D412-90B1-85B9-2F57-5FFA6B1ECB91}"/>
          </ac:picMkLst>
        </pc:picChg>
      </pc:sldChg>
      <pc:sldChg chg="addSp delSp modSp mod">
        <pc:chgData name="neetu malik" userId="0b02c8ba811d5a99" providerId="LiveId" clId="{D34FE5DD-64B3-47E6-B914-0030FA8D7AB4}" dt="2025-12-14T14:21:19.078" v="76" actId="14100"/>
        <pc:sldMkLst>
          <pc:docMk/>
          <pc:sldMk cId="2870003013" sldId="458"/>
        </pc:sldMkLst>
        <pc:picChg chg="add mod">
          <ac:chgData name="neetu malik" userId="0b02c8ba811d5a99" providerId="LiveId" clId="{D34FE5DD-64B3-47E6-B914-0030FA8D7AB4}" dt="2025-12-14T14:21:19.078" v="76" actId="14100"/>
          <ac:picMkLst>
            <pc:docMk/>
            <pc:sldMk cId="2870003013" sldId="458"/>
            <ac:picMk id="2" creationId="{2D5E16C2-5513-67F2-CAF0-D152E5EE92CF}"/>
          </ac:picMkLst>
        </pc:picChg>
        <pc:picChg chg="del">
          <ac:chgData name="neetu malik" userId="0b02c8ba811d5a99" providerId="LiveId" clId="{D34FE5DD-64B3-47E6-B914-0030FA8D7AB4}" dt="2025-12-14T14:15:46.319" v="34" actId="478"/>
          <ac:picMkLst>
            <pc:docMk/>
            <pc:sldMk cId="2870003013" sldId="458"/>
            <ac:picMk id="3" creationId="{299D3CD3-89FF-D26C-F5E2-EB0AE394FBC9}"/>
          </ac:picMkLst>
        </pc:picChg>
      </pc:sldChg>
      <pc:sldChg chg="addSp delSp modSp mod">
        <pc:chgData name="neetu malik" userId="0b02c8ba811d5a99" providerId="LiveId" clId="{D34FE5DD-64B3-47E6-B914-0030FA8D7AB4}" dt="2025-12-14T14:32:18.931" v="114" actId="14100"/>
        <pc:sldMkLst>
          <pc:docMk/>
          <pc:sldMk cId="3109028238" sldId="459"/>
        </pc:sldMkLst>
        <pc:picChg chg="del">
          <ac:chgData name="neetu malik" userId="0b02c8ba811d5a99" providerId="LiveId" clId="{D34FE5DD-64B3-47E6-B914-0030FA8D7AB4}" dt="2025-12-14T14:16:31.344" v="45" actId="478"/>
          <ac:picMkLst>
            <pc:docMk/>
            <pc:sldMk cId="3109028238" sldId="459"/>
            <ac:picMk id="2" creationId="{E9067F7D-BF89-6C33-7FF7-CDDAFDE133C0}"/>
          </ac:picMkLst>
        </pc:picChg>
        <pc:picChg chg="add mod">
          <ac:chgData name="neetu malik" userId="0b02c8ba811d5a99" providerId="LiveId" clId="{D34FE5DD-64B3-47E6-B914-0030FA8D7AB4}" dt="2025-12-14T14:32:18.931" v="114" actId="14100"/>
          <ac:picMkLst>
            <pc:docMk/>
            <pc:sldMk cId="3109028238" sldId="459"/>
            <ac:picMk id="3" creationId="{B3BA8F19-4D76-5CA0-E697-0B81E49C7D86}"/>
          </ac:picMkLst>
        </pc:picChg>
      </pc:sldChg>
      <pc:sldChg chg="addSp delSp modSp mod">
        <pc:chgData name="neetu malik" userId="0b02c8ba811d5a99" providerId="LiveId" clId="{D34FE5DD-64B3-47E6-B914-0030FA8D7AB4}" dt="2025-12-14T14:33:02.870" v="118" actId="1076"/>
        <pc:sldMkLst>
          <pc:docMk/>
          <pc:sldMk cId="1995713687" sldId="460"/>
        </pc:sldMkLst>
        <pc:picChg chg="del">
          <ac:chgData name="neetu malik" userId="0b02c8ba811d5a99" providerId="LiveId" clId="{D34FE5DD-64B3-47E6-B914-0030FA8D7AB4}" dt="2025-12-14T14:16:35.715" v="46" actId="478"/>
          <ac:picMkLst>
            <pc:docMk/>
            <pc:sldMk cId="1995713687" sldId="460"/>
            <ac:picMk id="2" creationId="{12ED916C-D2AD-39F4-2DD8-A0AB835A93E9}"/>
          </ac:picMkLst>
        </pc:picChg>
        <pc:picChg chg="del">
          <ac:chgData name="neetu malik" userId="0b02c8ba811d5a99" providerId="LiveId" clId="{D34FE5DD-64B3-47E6-B914-0030FA8D7AB4}" dt="2025-12-14T14:16:37.994" v="47" actId="478"/>
          <ac:picMkLst>
            <pc:docMk/>
            <pc:sldMk cId="1995713687" sldId="460"/>
            <ac:picMk id="3" creationId="{01D660F4-482D-84BF-422D-A5D774FA9FF8}"/>
          </ac:picMkLst>
        </pc:picChg>
        <pc:picChg chg="add mod">
          <ac:chgData name="neetu malik" userId="0b02c8ba811d5a99" providerId="LiveId" clId="{D34FE5DD-64B3-47E6-B914-0030FA8D7AB4}" dt="2025-12-14T14:33:02.870" v="118" actId="1076"/>
          <ac:picMkLst>
            <pc:docMk/>
            <pc:sldMk cId="1995713687" sldId="460"/>
            <ac:picMk id="4" creationId="{A08A209B-02E8-05FD-87A3-66135A4BBC49}"/>
          </ac:picMkLst>
        </pc:picChg>
      </pc:sldChg>
      <pc:sldChg chg="delSp del mod">
        <pc:chgData name="neetu malik" userId="0b02c8ba811d5a99" providerId="LiveId" clId="{D34FE5DD-64B3-47E6-B914-0030FA8D7AB4}" dt="2025-12-14T14:33:07.497" v="119" actId="47"/>
        <pc:sldMkLst>
          <pc:docMk/>
          <pc:sldMk cId="3733640000" sldId="461"/>
        </pc:sldMkLst>
        <pc:picChg chg="del">
          <ac:chgData name="neetu malik" userId="0b02c8ba811d5a99" providerId="LiveId" clId="{D34FE5DD-64B3-47E6-B914-0030FA8D7AB4}" dt="2025-12-14T14:16:42.334" v="48" actId="478"/>
          <ac:picMkLst>
            <pc:docMk/>
            <pc:sldMk cId="3733640000" sldId="461"/>
            <ac:picMk id="2" creationId="{54F7624C-6F0D-8889-25B7-07FD9D3F97E3}"/>
          </ac:picMkLst>
        </pc:picChg>
        <pc:picChg chg="del">
          <ac:chgData name="neetu malik" userId="0b02c8ba811d5a99" providerId="LiveId" clId="{D34FE5DD-64B3-47E6-B914-0030FA8D7AB4}" dt="2025-12-14T14:16:44.451" v="49" actId="478"/>
          <ac:picMkLst>
            <pc:docMk/>
            <pc:sldMk cId="3733640000" sldId="461"/>
            <ac:picMk id="3" creationId="{610DCD76-73A0-5942-DC59-17116F0B0979}"/>
          </ac:picMkLst>
        </pc:picChg>
      </pc:sldChg>
      <pc:sldChg chg="delSp del mod">
        <pc:chgData name="neetu malik" userId="0b02c8ba811d5a99" providerId="LiveId" clId="{D34FE5DD-64B3-47E6-B914-0030FA8D7AB4}" dt="2025-12-14T14:33:14.589" v="122" actId="47"/>
        <pc:sldMkLst>
          <pc:docMk/>
          <pc:sldMk cId="342038723" sldId="462"/>
        </pc:sldMkLst>
        <pc:picChg chg="del">
          <ac:chgData name="neetu malik" userId="0b02c8ba811d5a99" providerId="LiveId" clId="{D34FE5DD-64B3-47E6-B914-0030FA8D7AB4}" dt="2025-12-14T14:16:52.575" v="52" actId="478"/>
          <ac:picMkLst>
            <pc:docMk/>
            <pc:sldMk cId="342038723" sldId="462"/>
            <ac:picMk id="9" creationId="{918072B5-059D-B497-39F5-ABF3BD50C2C3}"/>
          </ac:picMkLst>
        </pc:picChg>
      </pc:sldChg>
      <pc:sldChg chg="delSp del mod">
        <pc:chgData name="neetu malik" userId="0b02c8ba811d5a99" providerId="LiveId" clId="{D34FE5DD-64B3-47E6-B914-0030FA8D7AB4}" dt="2025-12-14T14:33:16.573" v="123" actId="47"/>
        <pc:sldMkLst>
          <pc:docMk/>
          <pc:sldMk cId="3155767133" sldId="464"/>
        </pc:sldMkLst>
        <pc:picChg chg="del">
          <ac:chgData name="neetu malik" userId="0b02c8ba811d5a99" providerId="LiveId" clId="{D34FE5DD-64B3-47E6-B914-0030FA8D7AB4}" dt="2025-12-14T14:16:55.087" v="53" actId="478"/>
          <ac:picMkLst>
            <pc:docMk/>
            <pc:sldMk cId="3155767133" sldId="464"/>
            <ac:picMk id="7" creationId="{3A1D54C5-097B-A761-C104-FA36C9468348}"/>
          </ac:picMkLst>
        </pc:picChg>
      </pc:sldChg>
      <pc:sldChg chg="delSp modSp new mod">
        <pc:chgData name="neetu malik" userId="0b02c8ba811d5a99" providerId="LiveId" clId="{D34FE5DD-64B3-47E6-B914-0030FA8D7AB4}" dt="2025-12-14T14:18:38.816" v="65" actId="478"/>
        <pc:sldMkLst>
          <pc:docMk/>
          <pc:sldMk cId="3639620986" sldId="465"/>
        </pc:sldMkLst>
        <pc:spChg chg="del">
          <ac:chgData name="neetu malik" userId="0b02c8ba811d5a99" providerId="LiveId" clId="{D34FE5DD-64B3-47E6-B914-0030FA8D7AB4}" dt="2025-12-14T14:18:38.816" v="65" actId="478"/>
          <ac:spMkLst>
            <pc:docMk/>
            <pc:sldMk cId="3639620986" sldId="465"/>
            <ac:spMk id="2" creationId="{B1213304-DDF0-5823-7B7A-CF9F776CAC32}"/>
          </ac:spMkLst>
        </pc:spChg>
        <pc:spChg chg="mod">
          <ac:chgData name="neetu malik" userId="0b02c8ba811d5a99" providerId="LiveId" clId="{D34FE5DD-64B3-47E6-B914-0030FA8D7AB4}" dt="2025-12-14T14:18:32.720" v="64"/>
          <ac:spMkLst>
            <pc:docMk/>
            <pc:sldMk cId="3639620986" sldId="465"/>
            <ac:spMk id="3" creationId="{A990F6FB-3FC8-2746-A698-52D038A1F63F}"/>
          </ac:spMkLst>
        </pc:spChg>
      </pc:sldChg>
      <pc:sldChg chg="add del">
        <pc:chgData name="neetu malik" userId="0b02c8ba811d5a99" providerId="LiveId" clId="{D34FE5DD-64B3-47E6-B914-0030FA8D7AB4}" dt="2025-12-14T14:18:16.120" v="61"/>
        <pc:sldMkLst>
          <pc:docMk/>
          <pc:sldMk cId="4096197644" sldId="465"/>
        </pc:sldMkLst>
      </pc:sldChg>
      <pc:sldChg chg="addSp delSp modSp new mod">
        <pc:chgData name="neetu malik" userId="0b02c8ba811d5a99" providerId="LiveId" clId="{D34FE5DD-64B3-47E6-B914-0030FA8D7AB4}" dt="2025-12-14T14:34:35.693" v="130" actId="14100"/>
        <pc:sldMkLst>
          <pc:docMk/>
          <pc:sldMk cId="785723465" sldId="466"/>
        </pc:sldMkLst>
        <pc:spChg chg="del">
          <ac:chgData name="neetu malik" userId="0b02c8ba811d5a99" providerId="LiveId" clId="{D34FE5DD-64B3-47E6-B914-0030FA8D7AB4}" dt="2025-12-14T14:33:52.480" v="125" actId="478"/>
          <ac:spMkLst>
            <pc:docMk/>
            <pc:sldMk cId="785723465" sldId="466"/>
            <ac:spMk id="2" creationId="{64A9562E-D7C9-E7BD-2C66-425EC306B52F}"/>
          </ac:spMkLst>
        </pc:spChg>
        <pc:spChg chg="del">
          <ac:chgData name="neetu malik" userId="0b02c8ba811d5a99" providerId="LiveId" clId="{D34FE5DD-64B3-47E6-B914-0030FA8D7AB4}" dt="2025-12-14T14:33:59.769" v="127" actId="478"/>
          <ac:spMkLst>
            <pc:docMk/>
            <pc:sldMk cId="785723465" sldId="466"/>
            <ac:spMk id="3" creationId="{6D2048AD-A866-DA20-3889-50A2B472D3CE}"/>
          </ac:spMkLst>
        </pc:spChg>
        <pc:spChg chg="del">
          <ac:chgData name="neetu malik" userId="0b02c8ba811d5a99" providerId="LiveId" clId="{D34FE5DD-64B3-47E6-B914-0030FA8D7AB4}" dt="2025-12-14T14:33:56.897" v="126" actId="478"/>
          <ac:spMkLst>
            <pc:docMk/>
            <pc:sldMk cId="785723465" sldId="466"/>
            <ac:spMk id="4" creationId="{039DD3B0-3A58-AB1F-3DC4-97BF49F161D2}"/>
          </ac:spMkLst>
        </pc:spChg>
        <pc:picChg chg="add mod">
          <ac:chgData name="neetu malik" userId="0b02c8ba811d5a99" providerId="LiveId" clId="{D34FE5DD-64B3-47E6-B914-0030FA8D7AB4}" dt="2025-12-14T14:34:35.693" v="130" actId="14100"/>
          <ac:picMkLst>
            <pc:docMk/>
            <pc:sldMk cId="785723465" sldId="466"/>
            <ac:picMk id="5" creationId="{3F746F28-3F47-F2EB-7800-AAE703AFA6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3AE24-BAB8-4012-A1CD-E4BC48B737A4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D1A04-94F2-4D34-A1D1-F1A6A6123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69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4650" y="698500"/>
            <a:ext cx="6205538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503EA0-C788-D447-B8B6-EF9D00D7B489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750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9187C-6286-4A77-A777-243F60DE312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26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BC19A3-050A-459F-8D79-FF245B4A601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Background source: PCA (1992).</a:t>
            </a:r>
          </a:p>
        </p:txBody>
      </p:sp>
    </p:spTree>
    <p:extLst>
      <p:ext uri="{BB962C8B-B14F-4D97-AF65-F5344CB8AC3E}">
        <p14:creationId xmlns:p14="http://schemas.microsoft.com/office/powerpoint/2010/main" val="4066779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9187C-6286-4A77-A777-243F60DE312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26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BC19A3-050A-459F-8D79-FF245B4A601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Background source: PCA (1992).</a:t>
            </a:r>
          </a:p>
        </p:txBody>
      </p:sp>
    </p:spTree>
    <p:extLst>
      <p:ext uri="{BB962C8B-B14F-4D97-AF65-F5344CB8AC3E}">
        <p14:creationId xmlns:p14="http://schemas.microsoft.com/office/powerpoint/2010/main" val="4066779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9187C-6286-4A77-A777-243F60DE312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26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FCB7-CB7A-EF57-09CC-A16E0110A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9D702-E07E-0EBD-F3E0-BAF032BA5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07FA9-7673-5127-6605-FA5532142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3C572-61DC-3504-3EF6-B02BA6BD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5949C-B4A2-995F-04D5-772F5D7C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35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B2B2-AE93-4E0C-DC60-9C5BAD9C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A7E5C-69D5-65C1-9365-F44A32AFC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D3A33-6EE6-6635-F1B1-BFFD1933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921A2-80CC-AE09-77CE-D90E13343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BA64E-8998-7D0A-B335-A6CB43380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779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0E4A-5F49-E15A-5BB3-CB4D5AE3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C0574-FB47-AC9F-A2A7-19B35B3F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4AD1D-8073-5B92-2061-3F3B8844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1740A-029C-3FD0-D545-1F0483A4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2889E-72E9-ABC0-168F-63F56608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05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CFDFE-8218-5F63-1558-059415FC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B4BA-5113-F2EA-AA78-D949A4E69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78578-A2E1-C35F-5FA2-068852166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9DB37-A4A8-EF3B-2F03-C9061D41A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3167A-3A53-8C95-2F99-7B4C755F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A96F7-2C4D-A4E7-B072-44A2330E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228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69E6-0CD5-9827-1B8C-BE8EEB40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441A8-79F5-FE94-6833-2EB6F8536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3DA6F-2BF0-1A2F-85C7-FB8EF10D3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30F1E-5C4D-CA72-E163-2636503BC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1A63F-09BA-7DD0-61BE-C475B21F9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B3027-D899-F183-9A21-ABF78891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1012C-1E64-9F39-CA7A-EC1A7A61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9547C-FCD5-9D3B-EFDB-ED1F5ACC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13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772F-D857-4EB9-9382-4FE3E095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05008-4CCE-BA6F-BE07-454DCC29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0C4D7-A815-967C-1EFB-13833F39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4ABC5-0B67-4F0F-5660-4D434F63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23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087326-B102-923B-7336-B97A6C4A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621E2-F767-1422-60DB-3C3B73F4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7C595-CB6C-F112-9464-21F7F14F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5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9604-9504-956E-F7B1-7E7C07B2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FA1D-F667-C0C2-72A3-2BC364275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C71D8-053C-AC44-6C9E-515AB9213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E19AA-34B2-41E2-47D0-90C766316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C3156-6812-3CEA-40D0-838D6042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241F-6B6E-2F2F-7776-773B1C32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27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EA0D-0437-8122-F480-34B6FAD09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35010-8407-296E-92CD-076A55581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BA20B-C725-8D83-B588-9A8F8A5D9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12000-7E1C-E770-2515-8557AECC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543E5-63C5-F78E-F7A1-3477915C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ADB5D-1B6F-F64B-D554-2E73B1E4A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057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4B38-E12C-0018-9F04-743342D7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348DB-C5C3-9CB4-C907-0FB9B2E90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3430A-D453-05CB-016A-8824F736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B230-3568-70FB-0F1B-54BD9AC2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249E0-026A-E098-591F-FEBEC8B5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849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49A20-4B83-1AC5-14F1-99B9BFD6F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10FE6-63BF-13F3-A387-819E90E67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F91C8-6C4B-FBD2-EE41-CCBC3C26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4C813-6013-9790-A311-22F5C698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C5212-AFA5-D3F2-D451-7622F41D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724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507987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219170" marR="0" lvl="1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74121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" y="29379"/>
            <a:ext cx="869748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22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5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46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46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42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90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9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26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802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589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454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800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800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2" y="1009650"/>
            <a:ext cx="10020301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80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2" y="2819400"/>
            <a:ext cx="8496301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447290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2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F50E5-D19B-CD39-35E4-FC9C3AD1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97161-CC43-E59E-09FE-5D0FA7DD8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31827-6712-2205-A07C-90C41CC64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CD520-F1FE-4ABE-79EB-90C198D4B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0D6F2-CFD3-0FCB-1C95-79C6687D7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53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4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nptel.ac.in/courses/111/105/111105090/" TargetMode="External"/><Relationship Id="rId2" Type="http://schemas.openxmlformats.org/officeDocument/2006/relationships/hyperlink" Target="https://nptel.ac.in/courses/106/105/106105191/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youtube.com/watch?v=S_Zx-g8FU0w&amp;list=PL6C92B335BD4238AB&amp;index=18" TargetMode="External"/><Relationship Id="rId4" Type="http://schemas.openxmlformats.org/officeDocument/2006/relationships/hyperlink" Target="https://www.youtube.com/watch?v=RYIb1u3C13I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" y="1623357"/>
            <a:ext cx="3710644" cy="37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8763000" y="65087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0395517" y="5716751"/>
            <a:ext cx="1291200" cy="1157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7046399" y="-65087"/>
            <a:ext cx="5145600" cy="5853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24075" y="2025527"/>
            <a:ext cx="6829600" cy="158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9814000" y="5239000"/>
            <a:ext cx="2366400" cy="16004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40863" y="813557"/>
            <a:ext cx="10951200" cy="5525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3200"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prstClr val="black"/>
              </a:buClr>
              <a:buSzPts val="3200"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AIT-CSE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IN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(CSE)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US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AIML\Semester-4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307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STATISTICAL METHODS FOR AI</a:t>
            </a:r>
            <a:endParaRPr kumimoji="0" sz="21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307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24CST-295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kumimoji="0" sz="21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493"/>
              </a:spcBef>
              <a:spcAft>
                <a:spcPts val="0"/>
              </a:spcAft>
              <a:buClrTx/>
              <a:buSzPts val="32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1                    Chapter No.  1                   Lecture No.1.1.2</a:t>
            </a:r>
          </a:p>
          <a:p>
            <a:pPr lvl="0">
              <a:spcBef>
                <a:spcPts val="1493"/>
              </a:spcBef>
              <a:buSzPts val="3200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IN" sz="2400" b="1" dirty="0"/>
              <a:t>Dispersion Parameters</a:t>
            </a: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93"/>
              </a:spcBef>
              <a:spcAft>
                <a:spcPts val="0"/>
              </a:spcAft>
              <a:buClrTx/>
              <a:buSzPts val="32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 and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E_Code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Dr Neetu(E17077)             Designation: Assistant Professor</a:t>
            </a: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7046401" y="0"/>
            <a:ext cx="5145599" cy="789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A91DC9-7965-FB48-9385-20B56B4847C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602701" y="206459"/>
          <a:ext cx="9619654" cy="3331028"/>
        </p:xfrm>
        <a:graphic>
          <a:graphicData uri="http://schemas.openxmlformats.org/drawingml/2006/table">
            <a:tbl>
              <a:tblPr/>
              <a:tblGrid>
                <a:gridCol w="1053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7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Chapter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Course Objectives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00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en-US" sz="1800" baseline="0" dirty="0">
                          <a:latin typeface="Arial" pitchFamily="34" charset="0"/>
                          <a:ea typeface="Noto Sans Symbols"/>
                          <a:cs typeface="Arial" pitchFamily="34" charset="0"/>
                        </a:rPr>
                        <a:t> 1</a:t>
                      </a:r>
                      <a:endParaRPr lang="en-IN" sz="1800" dirty="0">
                        <a:latin typeface="Arial" pitchFamily="34" charset="0"/>
                        <a:ea typeface="Noto Sans Symbols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enable students to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 a solid understanding of foundational statistical concepts and techniques relevant to artificial intelligence applications. 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impart analytical ability in solving mathematical problems as applied to the respective branches of Engineering.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enable students to gain proficiency in applying statistical methodologies, including regression, classification, clustering, time series analysis, and experimental design, to analyze and model data in AI contexts.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prepare students for real-world AI projects and research endeavors by providing them with a solid foundation in statistical methods, enabling them to contribute effectively to the advancement of AI technologies.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622323" y="3537487"/>
          <a:ext cx="9600032" cy="1730830"/>
        </p:xfrm>
        <a:graphic>
          <a:graphicData uri="http://schemas.openxmlformats.org/drawingml/2006/table">
            <a:tbl>
              <a:tblPr/>
              <a:tblGrid>
                <a:gridCol w="1022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7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6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Chapter</a:t>
                      </a:r>
                      <a:endParaRPr lang="en-IN" sz="18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Course Outcomes</a:t>
                      </a:r>
                      <a:endParaRPr lang="en-IN" sz="18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0230">
                <a:tc>
                  <a:txBody>
                    <a:bodyPr/>
                    <a:lstStyle/>
                    <a:p>
                      <a:pPr marL="342265" indent="-25400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</a:t>
                      </a:r>
                      <a:endParaRPr lang="en-IN" sz="18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35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 will be able to </a:t>
                      </a:r>
                    </a:p>
                    <a:p>
                      <a:pPr algn="just"/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Remember the foundational concepts of statistics, probability theory, regression methods, and estimation principles essential for AI and data-driven problem-solving.</a:t>
                      </a:r>
                      <a:endParaRPr lang="en-US" sz="135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866" marR="668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17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46F28-3F47-F2EB-7800-AAE703AFA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" y="1326869"/>
            <a:ext cx="11892936" cy="392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2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Contents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69645" y="1847852"/>
            <a:ext cx="1025271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28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800" dirty="0"/>
              <a:t>Standard Deviation</a:t>
            </a:r>
          </a:p>
          <a:p>
            <a:pPr lvl="1"/>
            <a:r>
              <a:rPr lang="en-IN" sz="2800" dirty="0"/>
              <a:t>Variance</a:t>
            </a:r>
          </a:p>
          <a:p>
            <a:pPr lvl="1"/>
            <a:r>
              <a:rPr lang="en-IN" sz="2800" dirty="0"/>
              <a:t>Range</a:t>
            </a:r>
          </a:p>
          <a:p>
            <a:pPr lvl="1"/>
            <a:r>
              <a:rPr lang="en-IN" sz="2800" dirty="0"/>
              <a:t>Quartiles</a:t>
            </a:r>
          </a:p>
          <a:p>
            <a:pPr lvl="1"/>
            <a:r>
              <a:rPr lang="en-IN" sz="2800" dirty="0"/>
              <a:t>Inferential Statistics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A91DC9-7965-FB48-9385-20B56B4847C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7A7FB-8C4A-4909-A782-5009DF74456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90600" y="1399309"/>
            <a:ext cx="10515600" cy="4777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69913" marR="0" lvl="1" indent="-5699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9AA72-9362-EE74-47A7-E8D9160F3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09" y="136522"/>
            <a:ext cx="10836471" cy="651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01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668FA-A03B-55A9-F81D-00D0C7C3A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87" y="273805"/>
            <a:ext cx="10875224" cy="441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9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950155" y="431409"/>
            <a:ext cx="10698480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/>
                <a:ea typeface="Times New Roman"/>
              </a:rPr>
              <a:t>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>
          <a:xfrm>
            <a:off x="869093" y="1594022"/>
            <a:ext cx="10509325" cy="4793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870052-B5DC-4471-86EB-FCE6B5DF9748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511A6-A61D-108B-2AC7-896B5E680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68" y="1574409"/>
            <a:ext cx="10809539" cy="353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7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F26A69-E7F9-B0A7-C74E-DF43B02D4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73" y="334505"/>
            <a:ext cx="10907304" cy="513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3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1043940" y="609602"/>
            <a:ext cx="9113520" cy="1063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 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34" charset="-127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5E16C2-5513-67F2-CAF0-D152E5EE9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48" y="252142"/>
            <a:ext cx="10971193" cy="556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0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7A7FB-8C4A-4909-A782-5009DF74456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90600" y="1399309"/>
            <a:ext cx="10515600" cy="4777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69913" marR="0" lvl="1" indent="-5699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EF9B8B-6D2C-FD68-BD7D-7268D59EE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8" y="109746"/>
            <a:ext cx="10543622" cy="661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9930FC-99D9-8864-D052-E0EB8B785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12" y="103301"/>
            <a:ext cx="10929802" cy="66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21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950155" y="431409"/>
            <a:ext cx="10698480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/>
                <a:ea typeface="Times New Roman"/>
              </a:rPr>
              <a:t>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>
          <a:xfrm>
            <a:off x="869093" y="1594022"/>
            <a:ext cx="10509325" cy="4793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870052-B5DC-4471-86EB-FCE6B5DF9748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1AC4AE-237D-60AB-457D-AA273E7A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356" y="303251"/>
            <a:ext cx="7897462" cy="15660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E49C19-2BE2-8219-3065-913360B44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356" y="1869294"/>
            <a:ext cx="8210093" cy="485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65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BA6AB-B44E-550F-D83E-F660C5FBA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22" y="123018"/>
            <a:ext cx="6886655" cy="659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00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1043940" y="609602"/>
            <a:ext cx="9113520" cy="1063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 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34" charset="-127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0E25CF-8008-54E6-345C-E9E8B7B0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53" y="186886"/>
            <a:ext cx="8693053" cy="667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77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6C94BF-74DA-9FFD-2230-4DD2E8DE6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9" y="118754"/>
            <a:ext cx="10625682" cy="673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49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7DEB2B-4A93-0FA8-87E6-A0FED5291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49" y="283477"/>
            <a:ext cx="8553689" cy="1525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DB5DC6-6017-C949-0473-CCAFD61E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48" y="1885816"/>
            <a:ext cx="9230101" cy="363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55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E3D487-29ED-4CC4-6602-DA3C7EA6B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61" y="1256311"/>
            <a:ext cx="11609826" cy="435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2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7A7FB-8C4A-4909-A782-5009DF74456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A8F19-4D76-5CA0-E697-0B81E49C7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77" y="217910"/>
            <a:ext cx="11107485" cy="577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28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8A209B-02E8-05FD-87A3-66135A4BB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3" y="1238619"/>
            <a:ext cx="11169391" cy="39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13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871977" y="-77269"/>
            <a:ext cx="10252710" cy="84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800" dirty="0">
                <a:latin typeface="+mn-lt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4748C1-214E-5A42-AFB0-AA37B5C4913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738D0-5625-F201-2DBC-470515D7E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00" y="581510"/>
            <a:ext cx="11060257" cy="561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4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F6FB-3FC8-2746-A698-52D038A1F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Online Video Link-</a:t>
            </a:r>
            <a:endParaRPr lang="en-IN" b="1" dirty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  <a:hlinkClick r:id="rId3"/>
              </a:rPr>
              <a:t>https://nptel.ac.in/courses/111/105/111105090/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  <a:hlinkClick r:id="rId4"/>
              </a:rPr>
              <a:t>https://www.youtube.com/watch?v=RYIb1u3C13I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hlinkClick r:id="rId5"/>
              </a:rPr>
              <a:t>https://www.youtube.com/watch?v=S_Zx-g8FU0w&amp;list=PL6C92B335BD4238AB&amp;index=18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620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152400" y="0"/>
            <a:ext cx="118872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265920" y="0"/>
            <a:ext cx="1783081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067302" y="0"/>
            <a:ext cx="647373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867491" y="6294601"/>
            <a:ext cx="544386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533165" y="5129693"/>
            <a:ext cx="1685103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601157" y="2249080"/>
            <a:ext cx="10457019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727962" y="1214279"/>
            <a:ext cx="2369701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978707" y="1214279"/>
            <a:ext cx="2369701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383984" y="152400"/>
            <a:ext cx="400299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63556" y="5394451"/>
            <a:ext cx="33169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Segoe UI" panose="020B0502040204020203" pitchFamily="34" charset="0"/>
                <a:cs typeface="Times New Roman" pitchFamily="18" charset="0"/>
              </a:rPr>
              <a:t>For queries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Email: neetu.e17077@cumail.in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B4D36D-60F8-0547-9CD4-56091D03A88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9810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 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320</Words>
  <Application>Microsoft Office PowerPoint</Application>
  <PresentationFormat>Widescreen</PresentationFormat>
  <Paragraphs>83</Paragraphs>
  <Slides>22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Casper</vt:lpstr>
      <vt:lpstr>Times New Roman</vt:lpstr>
      <vt:lpstr>1_Office Theme</vt:lpstr>
      <vt:lpstr>Theme1 CU</vt:lpstr>
      <vt:lpstr>CorelDRAW</vt:lpstr>
      <vt:lpstr>PowerPoint Presentation</vt:lpstr>
      <vt:lpstr>PowerPoint Presentation</vt:lpstr>
      <vt:lpstr>PowerPoint Presentation</vt:lpstr>
      <vt:lpstr>Contents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neetu malik</dc:creator>
  <cp:lastModifiedBy>neetu malik</cp:lastModifiedBy>
  <cp:revision>1</cp:revision>
  <dcterms:created xsi:type="dcterms:W3CDTF">2025-12-12T05:34:42Z</dcterms:created>
  <dcterms:modified xsi:type="dcterms:W3CDTF">2025-12-14T14:34:36Z</dcterms:modified>
</cp:coreProperties>
</file>