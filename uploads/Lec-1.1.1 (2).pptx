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9"/>
  </p:notesMasterIdLst>
  <p:sldIdLst>
    <p:sldId id="257" r:id="rId3"/>
    <p:sldId id="452" r:id="rId4"/>
    <p:sldId id="453" r:id="rId5"/>
    <p:sldId id="454" r:id="rId6"/>
    <p:sldId id="455" r:id="rId7"/>
    <p:sldId id="456" r:id="rId8"/>
    <p:sldId id="457" r:id="rId9"/>
    <p:sldId id="458" r:id="rId10"/>
    <p:sldId id="372" r:id="rId11"/>
    <p:sldId id="419" r:id="rId12"/>
    <p:sldId id="373" r:id="rId13"/>
    <p:sldId id="438" r:id="rId14"/>
    <p:sldId id="439" r:id="rId15"/>
    <p:sldId id="444" r:id="rId16"/>
    <p:sldId id="418" r:id="rId17"/>
    <p:sldId id="428" r:id="rId18"/>
    <p:sldId id="459" r:id="rId19"/>
    <p:sldId id="460" r:id="rId20"/>
    <p:sldId id="461" r:id="rId21"/>
    <p:sldId id="447" r:id="rId22"/>
    <p:sldId id="445" r:id="rId23"/>
    <p:sldId id="462" r:id="rId24"/>
    <p:sldId id="464" r:id="rId25"/>
    <p:sldId id="423" r:id="rId26"/>
    <p:sldId id="465" r:id="rId27"/>
    <p:sldId id="4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378AC-4127-4DEB-BA73-939352083812}" v="10" dt="2026-01-05T07:15:47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tu malik" userId="0b02c8ba811d5a99" providerId="LiveId" clId="{D34FE5DD-64B3-47E6-B914-0030FA8D7AB4}"/>
    <pc:docChg chg="custSel addSld modSld">
      <pc:chgData name="neetu malik" userId="0b02c8ba811d5a99" providerId="LiveId" clId="{D34FE5DD-64B3-47E6-B914-0030FA8D7AB4}" dt="2026-01-05T07:15:47.498" v="103"/>
      <pc:docMkLst>
        <pc:docMk/>
      </pc:docMkLst>
      <pc:sldChg chg="modSp mod">
        <pc:chgData name="neetu malik" userId="0b02c8ba811d5a99" providerId="LiveId" clId="{D34FE5DD-64B3-47E6-B914-0030FA8D7AB4}" dt="2026-01-05T07:15:47.498" v="103"/>
        <pc:sldMkLst>
          <pc:docMk/>
          <pc:sldMk cId="0" sldId="257"/>
        </pc:sldMkLst>
        <pc:spChg chg="mod">
          <ac:chgData name="neetu malik" userId="0b02c8ba811d5a99" providerId="LiveId" clId="{D34FE5DD-64B3-47E6-B914-0030FA8D7AB4}" dt="2026-01-05T07:15:47.498" v="103"/>
          <ac:spMkLst>
            <pc:docMk/>
            <pc:sldMk cId="0" sldId="257"/>
            <ac:spMk id="2" creationId="{685E2170-6E52-163D-4579-180ED8258362}"/>
          </ac:spMkLst>
        </pc:spChg>
        <pc:spChg chg="mod">
          <ac:chgData name="neetu malik" userId="0b02c8ba811d5a99" providerId="LiveId" clId="{D34FE5DD-64B3-47E6-B914-0030FA8D7AB4}" dt="2025-12-12T05:35:36.250" v="72" actId="20577"/>
          <ac:spMkLst>
            <pc:docMk/>
            <pc:sldMk cId="0" sldId="257"/>
            <ac:spMk id="102" creationId="{00000000-0000-0000-0000-000000000000}"/>
          </ac:spMkLst>
        </pc:spChg>
      </pc:sldChg>
      <pc:sldChg chg="addSp modSp mod">
        <pc:chgData name="neetu malik" userId="0b02c8ba811d5a99" providerId="LiveId" clId="{D34FE5DD-64B3-47E6-B914-0030FA8D7AB4}" dt="2025-12-16T04:07:06.923" v="94"/>
        <pc:sldMkLst>
          <pc:docMk/>
          <pc:sldMk cId="3567046667" sldId="423"/>
        </pc:sldMkLst>
        <pc:spChg chg="add mod">
          <ac:chgData name="neetu malik" userId="0b02c8ba811d5a99" providerId="LiveId" clId="{D34FE5DD-64B3-47E6-B914-0030FA8D7AB4}" dt="2025-12-16T04:07:06.923" v="94"/>
          <ac:spMkLst>
            <pc:docMk/>
            <pc:sldMk cId="3567046667" sldId="423"/>
            <ac:spMk id="6" creationId="{39C2C645-0ABF-FE90-E8E1-63EAB682AD42}"/>
          </ac:spMkLst>
        </pc:spChg>
        <pc:spChg chg="add mod">
          <ac:chgData name="neetu malik" userId="0b02c8ba811d5a99" providerId="LiveId" clId="{D34FE5DD-64B3-47E6-B914-0030FA8D7AB4}" dt="2025-12-16T04:07:06.923" v="94"/>
          <ac:spMkLst>
            <pc:docMk/>
            <pc:sldMk cId="3567046667" sldId="423"/>
            <ac:spMk id="7" creationId="{239AD93D-82CE-E285-BD8D-F66EB7F1DCDD}"/>
          </ac:spMkLst>
        </pc:spChg>
        <pc:spChg chg="mod">
          <ac:chgData name="neetu malik" userId="0b02c8ba811d5a99" providerId="LiveId" clId="{D34FE5DD-64B3-47E6-B914-0030FA8D7AB4}" dt="2025-12-16T04:07:04.729" v="93" actId="6549"/>
          <ac:spMkLst>
            <pc:docMk/>
            <pc:sldMk cId="3567046667" sldId="423"/>
            <ac:spMk id="37891" creationId="{00000000-0000-0000-0000-000000000000}"/>
          </ac:spMkLst>
        </pc:spChg>
        <pc:picChg chg="add mod">
          <ac:chgData name="neetu malik" userId="0b02c8ba811d5a99" providerId="LiveId" clId="{D34FE5DD-64B3-47E6-B914-0030FA8D7AB4}" dt="2025-12-16T04:07:06.923" v="94"/>
          <ac:picMkLst>
            <pc:docMk/>
            <pc:sldMk cId="3567046667" sldId="423"/>
            <ac:picMk id="8" creationId="{7A8F4B0D-10D2-2D93-4D2F-997EC2F99E0E}"/>
          </ac:picMkLst>
        </pc:picChg>
      </pc:sldChg>
      <pc:sldChg chg="addSp delSp modSp mod">
        <pc:chgData name="neetu malik" userId="0b02c8ba811d5a99" providerId="LiveId" clId="{D34FE5DD-64B3-47E6-B914-0030FA8D7AB4}" dt="2025-12-12T05:36:49.726" v="78" actId="1076"/>
        <pc:sldMkLst>
          <pc:docMk/>
          <pc:sldMk cId="2079901414" sldId="454"/>
        </pc:sldMkLst>
        <pc:picChg chg="add mod">
          <ac:chgData name="neetu malik" userId="0b02c8ba811d5a99" providerId="LiveId" clId="{D34FE5DD-64B3-47E6-B914-0030FA8D7AB4}" dt="2025-12-12T05:36:49.726" v="78" actId="1076"/>
          <ac:picMkLst>
            <pc:docMk/>
            <pc:sldMk cId="2079901414" sldId="454"/>
            <ac:picMk id="5" creationId="{9096E08B-8E03-C161-D794-DEDA0F1BD579}"/>
          </ac:picMkLst>
        </pc:picChg>
      </pc:sldChg>
      <pc:sldChg chg="addSp delSp mod">
        <pc:chgData name="neetu malik" userId="0b02c8ba811d5a99" providerId="LiveId" clId="{D34FE5DD-64B3-47E6-B914-0030FA8D7AB4}" dt="2025-12-12T05:37:21.278" v="80"/>
        <pc:sldMkLst>
          <pc:docMk/>
          <pc:sldMk cId="3293091842" sldId="455"/>
        </pc:sldMkLst>
        <pc:picChg chg="add">
          <ac:chgData name="neetu malik" userId="0b02c8ba811d5a99" providerId="LiveId" clId="{D34FE5DD-64B3-47E6-B914-0030FA8D7AB4}" dt="2025-12-12T05:37:21.278" v="80"/>
          <ac:picMkLst>
            <pc:docMk/>
            <pc:sldMk cId="3293091842" sldId="455"/>
            <ac:picMk id="3" creationId="{6C848BFB-995F-4D31-B9FF-30160C01E27D}"/>
          </ac:picMkLst>
        </pc:picChg>
      </pc:sldChg>
      <pc:sldChg chg="addSp delSp modSp mod">
        <pc:chgData name="neetu malik" userId="0b02c8ba811d5a99" providerId="LiveId" clId="{D34FE5DD-64B3-47E6-B914-0030FA8D7AB4}" dt="2025-12-12T05:38:14.743" v="86" actId="1076"/>
        <pc:sldMkLst>
          <pc:docMk/>
          <pc:sldMk cId="1123675604" sldId="456"/>
        </pc:sldMkLst>
        <pc:picChg chg="add mod">
          <ac:chgData name="neetu malik" userId="0b02c8ba811d5a99" providerId="LiveId" clId="{D34FE5DD-64B3-47E6-B914-0030FA8D7AB4}" dt="2025-12-12T05:37:49.922" v="84" actId="1076"/>
          <ac:picMkLst>
            <pc:docMk/>
            <pc:sldMk cId="1123675604" sldId="456"/>
            <ac:picMk id="4" creationId="{B55C7069-E6FE-F40D-CDFE-8C7799FA32B3}"/>
          </ac:picMkLst>
        </pc:picChg>
        <pc:picChg chg="add mod">
          <ac:chgData name="neetu malik" userId="0b02c8ba811d5a99" providerId="LiveId" clId="{D34FE5DD-64B3-47E6-B914-0030FA8D7AB4}" dt="2025-12-12T05:38:14.743" v="86" actId="1076"/>
          <ac:picMkLst>
            <pc:docMk/>
            <pc:sldMk cId="1123675604" sldId="456"/>
            <ac:picMk id="5" creationId="{45F8BF2E-8C2A-749B-1CE9-EC0A5DFA0181}"/>
          </ac:picMkLst>
        </pc:picChg>
      </pc:sldChg>
      <pc:sldChg chg="addSp delSp modSp mod">
        <pc:chgData name="neetu malik" userId="0b02c8ba811d5a99" providerId="LiveId" clId="{D34FE5DD-64B3-47E6-B914-0030FA8D7AB4}" dt="2025-12-12T05:38:43.075" v="90" actId="14100"/>
        <pc:sldMkLst>
          <pc:docMk/>
          <pc:sldMk cId="1423335762" sldId="457"/>
        </pc:sldMkLst>
        <pc:picChg chg="add mod">
          <ac:chgData name="neetu malik" userId="0b02c8ba811d5a99" providerId="LiveId" clId="{D34FE5DD-64B3-47E6-B914-0030FA8D7AB4}" dt="2025-12-12T05:38:43.075" v="90" actId="14100"/>
          <ac:picMkLst>
            <pc:docMk/>
            <pc:sldMk cId="1423335762" sldId="457"/>
            <ac:picMk id="2" creationId="{3BA7F004-EB89-0C8A-2AD7-15AB73BEB3BE}"/>
          </ac:picMkLst>
        </pc:picChg>
      </pc:sldChg>
      <pc:sldChg chg="addSp delSp modSp new mod">
        <pc:chgData name="neetu malik" userId="0b02c8ba811d5a99" providerId="LiveId" clId="{D34FE5DD-64B3-47E6-B914-0030FA8D7AB4}" dt="2025-12-16T04:07:54.671" v="102" actId="255"/>
        <pc:sldMkLst>
          <pc:docMk/>
          <pc:sldMk cId="3129803015" sldId="465"/>
        </pc:sldMkLst>
        <pc:spChg chg="add mod">
          <ac:chgData name="neetu malik" userId="0b02c8ba811d5a99" providerId="LiveId" clId="{D34FE5DD-64B3-47E6-B914-0030FA8D7AB4}" dt="2025-12-16T04:07:54.671" v="102" actId="255"/>
          <ac:spMkLst>
            <pc:docMk/>
            <pc:sldMk cId="3129803015" sldId="465"/>
            <ac:spMk id="5" creationId="{DB51C402-9D7B-8034-AA23-2FA38C9E1AD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C102C-A57B-4165-86C2-5C43C1E640CE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9F072-6228-4848-B15C-478FC6010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535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698500"/>
            <a:ext cx="6205538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503EA0-C788-D447-B8B6-EF9D00D7B489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750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FCB7-CB7A-EF57-09CC-A16E0110A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9D702-E07E-0EBD-F3E0-BAF032BA5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7FA9-7673-5127-6605-FA553214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3C572-61DC-3504-3EF6-B02BA6BD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5949C-B4A2-995F-04D5-772F5D7C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B2B2-AE93-4E0C-DC60-9C5BAD9C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A7E5C-69D5-65C1-9365-F44A32AF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D3A33-6EE6-6635-F1B1-BFFD1933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21A2-80CC-AE09-77CE-D90E13343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BA64E-8998-7D0A-B335-A6CB4338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6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0E4A-5F49-E15A-5BB3-CB4D5AE3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C0574-FB47-AC9F-A2A7-19B35B3F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4AD1D-8073-5B92-2061-3F3B8844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1740A-029C-3FD0-D545-1F0483A4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2889E-72E9-ABC0-168F-63F56608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4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FDFE-8218-5F63-1558-059415FC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B4BA-5113-F2EA-AA78-D949A4E69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78578-A2E1-C35F-5FA2-068852166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9DB37-A4A8-EF3B-2F03-C9061D41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3167A-3A53-8C95-2F99-7B4C755F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A96F7-2C4D-A4E7-B072-44A2330E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7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69E6-0CD5-9827-1B8C-BE8EEB40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441A8-79F5-FE94-6833-2EB6F853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3DA6F-2BF0-1A2F-85C7-FB8EF10D3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30F1E-5C4D-CA72-E163-2636503BC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1A63F-09BA-7DD0-61BE-C475B21F9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B3027-D899-F183-9A21-ABF78891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1012C-1E64-9F39-CA7A-EC1A7A61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9547C-FCD5-9D3B-EFDB-ED1F5ACC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28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772F-D857-4EB9-9382-4FE3E095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05008-4CCE-BA6F-BE07-454DCC29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0C4D7-A815-967C-1EFB-13833F39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4ABC5-0B67-4F0F-5660-4D434F63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7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87326-B102-923B-7336-B97A6C4A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621E2-F767-1422-60DB-3C3B73F4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7C595-CB6C-F112-9464-21F7F14F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1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9604-9504-956E-F7B1-7E7C07B2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FA1D-F667-C0C2-72A3-2BC364275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C71D8-053C-AC44-6C9E-515AB9213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E19AA-34B2-41E2-47D0-90C76631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3156-6812-3CEA-40D0-838D6042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241F-6B6E-2F2F-7776-773B1C32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61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EA0D-0437-8122-F480-34B6FAD0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35010-8407-296E-92CD-076A55581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BA20B-C725-8D83-B588-9A8F8A5D9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12000-7E1C-E770-2515-8557AECC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43E5-63C5-F78E-F7A1-3477915C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ADB5D-1B6F-F64B-D554-2E73B1E4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91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4B38-E12C-0018-9F04-743342D7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348DB-C5C3-9CB4-C907-0FB9B2E90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3430A-D453-05CB-016A-8824F736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B230-3568-70FB-0F1B-54BD9AC2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249E0-026A-E098-591F-FEBEC8B5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3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49A20-4B83-1AC5-14F1-99B9BFD6F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10FE6-63BF-13F3-A387-819E90E67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91C8-6C4B-FBD2-EE41-CCBC3C26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C813-6013-9790-A311-22F5C698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C5212-AFA5-D3F2-D451-7622F41D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848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3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24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8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38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28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48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58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938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618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76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21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29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2" y="1009650"/>
            <a:ext cx="10020301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2" y="2819400"/>
            <a:ext cx="8496301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04388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F50E5-D19B-CD39-35E4-FC9C3AD1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97161-CC43-E59E-09FE-5D0FA7DD8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1827-6712-2205-A07C-90C41CC64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7D9B2-DACF-4D45-BAAA-7DEC758E984D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CD520-F1FE-4ABE-79EB-90C198D4B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0D6F2-CFD3-0FCB-1C95-79C6687D7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82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EE81D-909D-4FAE-8600-C45BE91A7671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4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nptel.ac.in/courses/111/105/111105090/" TargetMode="External"/><Relationship Id="rId2" Type="http://schemas.openxmlformats.org/officeDocument/2006/relationships/hyperlink" Target="https://nptel.ac.in/courses/106/105/106105191/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youtube.com/watch?v=S_Zx-g8FU0w&amp;list=PL6C92B335BD4238AB&amp;index=18" TargetMode="External"/><Relationship Id="rId4" Type="http://schemas.openxmlformats.org/officeDocument/2006/relationships/hyperlink" Target="https://www.youtube.com/watch?v=RYIb1u3C13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40863" y="813557"/>
            <a:ext cx="10951200" cy="5525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3200"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3200"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AIT-CSE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I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(CSE)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US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AIML\Semester-4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307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STATISTICAL METHODS FOR AI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307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24CST-295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Lecture No.1.1.1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sz="2400" b="1" u="sng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Statistics</a:t>
            </a: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and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E_Code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 Neetu(E17077)             Designation: Assistant Professor</a:t>
            </a: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 defTabSz="685800">
              <a:buClrTx/>
              <a:defRPr/>
            </a:pPr>
            <a:r>
              <a:rPr lang="en-IN" sz="24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Jan-July 2026</a:t>
            </a:r>
            <a:endParaRPr lang="en-IN" sz="24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91DC9-7965-FB48-9385-20B56B4847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919217"/>
              </p:ext>
            </p:extLst>
          </p:nvPr>
        </p:nvGraphicFramePr>
        <p:xfrm>
          <a:off x="1602701" y="206459"/>
          <a:ext cx="9619654" cy="3331028"/>
        </p:xfrm>
        <a:graphic>
          <a:graphicData uri="http://schemas.openxmlformats.org/drawingml/2006/table">
            <a:tbl>
              <a:tblPr/>
              <a:tblGrid>
                <a:gridCol w="1053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7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Chapter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Course Objectives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00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sz="1800" baseline="0" dirty="0">
                          <a:latin typeface="Arial" pitchFamily="34" charset="0"/>
                          <a:ea typeface="Noto Sans Symbols"/>
                          <a:cs typeface="Arial" pitchFamily="34" charset="0"/>
                        </a:rPr>
                        <a:t> 1</a:t>
                      </a:r>
                      <a:endParaRPr lang="en-IN" sz="1800" dirty="0">
                        <a:latin typeface="Arial" pitchFamily="34" charset="0"/>
                        <a:ea typeface="Noto Sans Symbols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enable students to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 solid understanding of foundational statistical concepts and techniques relevant to artificial intelligence applications. 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impart analytical ability in solving mathematical problems as applied to the respective branches of Engineering.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enable students to gain proficiency in applying statistical methodologies, including regression, classification, clustering, time series analysis, and experimental design, to analyze and model data in AI contexts.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prepare students for real-world AI projects and research endeavors by providing them with a solid foundation in statistical methods, enabling them to contribute effectively to the advancement of AI technologies.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468085"/>
              </p:ext>
            </p:extLst>
          </p:nvPr>
        </p:nvGraphicFramePr>
        <p:xfrm>
          <a:off x="1622323" y="3537487"/>
          <a:ext cx="9600032" cy="1730830"/>
        </p:xfrm>
        <a:graphic>
          <a:graphicData uri="http://schemas.openxmlformats.org/drawingml/2006/table">
            <a:tbl>
              <a:tblPr/>
              <a:tblGrid>
                <a:gridCol w="102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Chapter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Course Outcomes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0230">
                <a:tc>
                  <a:txBody>
                    <a:bodyPr/>
                    <a:lstStyle/>
                    <a:p>
                      <a:pPr marL="342265" indent="-25400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 will be able to </a:t>
                      </a:r>
                    </a:p>
                    <a:p>
                      <a:pPr algn="just"/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Remember the foundational concepts of statistics, probability theory, regression methods, and estimation principles essential for AI and data-driven problem-solving.</a:t>
                      </a:r>
                      <a:endParaRPr lang="en-US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866" marR="668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7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69645" y="1847852"/>
            <a:ext cx="102527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spc="-75" dirty="0">
                <a:solidFill>
                  <a:srgbClr val="333333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Introduction to Statistics</a:t>
            </a:r>
            <a:endParaRPr lang="en-US" b="1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Definitions of Statistics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Areas of Statistics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Inferential Statistics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91DC9-7965-FB48-9385-20B56B4847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9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600" y="1399309"/>
            <a:ext cx="10515600" cy="477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9913" marR="0" lvl="1" indent="-5699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6E08B-8E03-C161-D794-DEDA0F1B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52" y="891320"/>
            <a:ext cx="11027096" cy="50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0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848BFB-995F-4D31-B9FF-30160C01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10" y="1306646"/>
            <a:ext cx="10836579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9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C7069-E6FE-F40D-CDFE-8C7799FA3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318927"/>
            <a:ext cx="7925487" cy="929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F8BF2E-8C2A-749B-1CE9-EC0A5DFA0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396575"/>
            <a:ext cx="9922100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7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A7F004-EB89-0C8A-2AD7-15AB73BE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1" y="1200223"/>
            <a:ext cx="11767021" cy="431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3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1043940" y="609602"/>
            <a:ext cx="9113520" cy="106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34" charset="-127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D3CD3-89FF-D26C-F5E2-EB0AE394F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02" y="1574310"/>
            <a:ext cx="10868714" cy="330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0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600" y="1399309"/>
            <a:ext cx="10515600" cy="477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9913" marR="0" lvl="1" indent="-5699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17E3F-41A9-EB72-6823-B5B7541B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63" y="1803401"/>
            <a:ext cx="11017237" cy="29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BE15D8-E0DA-2FFB-75D6-2AD8B058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7" y="1760075"/>
            <a:ext cx="10912786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2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6F4C2-02C6-A1F2-B4F2-44708E3F7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70" y="526544"/>
            <a:ext cx="10905165" cy="58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65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E8C241-4B65-938D-C9BD-3EDEA3BBB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4" y="424300"/>
            <a:ext cx="10790855" cy="1958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140D16-CFA0-56AE-2287-72BDCD21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077" y="2209397"/>
            <a:ext cx="6477561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00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1043940" y="609602"/>
            <a:ext cx="9113520" cy="106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34" charset="-127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E0C0B8-0610-CBCA-4E87-CC34ED112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675" y="609602"/>
            <a:ext cx="6492803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7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B0638-CDDD-22FD-829D-ED404F87E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63" y="204153"/>
            <a:ext cx="10486029" cy="25757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720A1A-3BDE-004A-9404-3F72BD0C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63" y="2806975"/>
            <a:ext cx="9768298" cy="35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46B220-875E-FC9B-0DA7-88FE0AAA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68" y="183130"/>
            <a:ext cx="7956426" cy="669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55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F2C3DE-BA42-C8D5-CE19-46E6C1049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75" y="427257"/>
            <a:ext cx="10651262" cy="525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2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067F7D-BF89-6C33-7FF7-CDDAFDE13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19627"/>
            <a:ext cx="10458084" cy="51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28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ED916C-D2AD-39F4-2DD8-A0AB835A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21" y="159441"/>
            <a:ext cx="8226934" cy="2518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D660F4-482D-84BF-422D-A5D774FA9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770" y="2910348"/>
            <a:ext cx="6626641" cy="378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1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F7624C-6F0D-8889-25B7-07FD9D3F9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82" y="275057"/>
            <a:ext cx="10828958" cy="28272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0DCD76-73A0-5942-DC59-17116F0B0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612" y="3193877"/>
            <a:ext cx="8359175" cy="307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40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CC3F19-E139-1CEF-F2D5-C038254D0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40" y="415081"/>
            <a:ext cx="8606818" cy="630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06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FCA889-BD0A-4DBA-8E4C-ACD58D47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50" y="239753"/>
            <a:ext cx="6454699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63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8072B5-059D-B497-39F5-ABF3BD50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95" y="1359778"/>
            <a:ext cx="10730554" cy="36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9CB3-D58D-2508-2BF4-54E350F6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1D54C5-097B-A761-C104-FA36C946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58" y="563363"/>
            <a:ext cx="10320713" cy="571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67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71977" y="-77269"/>
            <a:ext cx="10252710" cy="84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800" dirty="0"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918520" y="783961"/>
            <a:ext cx="10770937" cy="59257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endParaRPr lang="en-US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4748C1-214E-5A42-AFB0-AA37B5C4913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C2C645-0ABF-FE90-E8E1-63EAB682AD42}"/>
              </a:ext>
            </a:extLst>
          </p:cNvPr>
          <p:cNvSpPr txBox="1">
            <a:spLocks/>
          </p:cNvSpPr>
          <p:nvPr/>
        </p:nvSpPr>
        <p:spPr>
          <a:xfrm>
            <a:off x="871977" y="-77269"/>
            <a:ext cx="10252710" cy="84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800">
                <a:latin typeface="+mn-lt"/>
                <a:cs typeface="Arial" panose="020B0604020202020204" pitchFamily="34" charset="0"/>
              </a:rPr>
              <a:t>References</a:t>
            </a:r>
            <a:endParaRPr lang="en-US" altLang="en-US" sz="48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9AD93D-82CE-E285-BD8D-F66EB7F1DCDD}"/>
              </a:ext>
            </a:extLst>
          </p:cNvPr>
          <p:cNvSpPr txBox="1">
            <a:spLocks/>
          </p:cNvSpPr>
          <p:nvPr/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94748C1-214E-5A42-AFB0-AA37B5C4913C}" type="slidenum">
              <a:rPr lang="en-US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>
                <a:defRPr/>
              </a:pPr>
              <a:t>24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F4B0D-10D2-2D93-4D2F-997EC2F9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0" y="581510"/>
            <a:ext cx="11060257" cy="561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46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51C402-9D7B-8034-AA23-2FA38C9E1AD0}"/>
              </a:ext>
            </a:extLst>
          </p:cNvPr>
          <p:cNvSpPr txBox="1"/>
          <p:nvPr/>
        </p:nvSpPr>
        <p:spPr>
          <a:xfrm>
            <a:off x="668592" y="1876717"/>
            <a:ext cx="104418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Online Video Link-</a:t>
            </a:r>
            <a:endParaRPr lang="en-IN" sz="2400" b="1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  <a:hlinkClick r:id="rId3"/>
              </a:rPr>
              <a:t>https://nptel.ac.in/courses/111/105/111105090/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  <a:hlinkClick r:id="rId4"/>
              </a:rPr>
              <a:t>https://www.youtube.com/watch?v=RYIb1u3C13I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https://www.youtube.com/watch?v=S_Zx-g8FU0w&amp;list=PL6C92B335BD4238AB&amp;index=18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803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152400" y="0"/>
            <a:ext cx="118872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265920" y="0"/>
            <a:ext cx="1783081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067302" y="0"/>
            <a:ext cx="647373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867491" y="6294601"/>
            <a:ext cx="544386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533165" y="5129693"/>
            <a:ext cx="1685103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601157" y="2249080"/>
            <a:ext cx="10457019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727962" y="1214279"/>
            <a:ext cx="2369701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978707" y="1214279"/>
            <a:ext cx="2369701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383984" y="152400"/>
            <a:ext cx="400299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63556" y="5394451"/>
            <a:ext cx="33169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egoe UI" panose="020B0502040204020203" pitchFamily="34" charset="0"/>
                <a:cs typeface="Times New Roman" pitchFamily="18" charset="0"/>
              </a:rPr>
              <a:t>For queries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Email: neetu.e17077@cumail.in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B4D36D-60F8-0547-9CD4-56091D03A88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9810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 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344</Words>
  <Application>Microsoft Office PowerPoint</Application>
  <PresentationFormat>Widescreen</PresentationFormat>
  <Paragraphs>94</Paragraphs>
  <Slides>26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Casper</vt:lpstr>
      <vt:lpstr>Times New Roman</vt:lpstr>
      <vt:lpstr>1_Office Theme</vt:lpstr>
      <vt:lpstr>Theme1 CU</vt:lpstr>
      <vt:lpstr>CorelDRAW</vt:lpstr>
      <vt:lpstr>PowerPoint Presentation</vt:lpstr>
      <vt:lpstr>PowerPoint Presentation</vt:lpstr>
      <vt:lpstr>Contents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neetu malik</dc:creator>
  <cp:lastModifiedBy>neetu malik</cp:lastModifiedBy>
  <cp:revision>1</cp:revision>
  <dcterms:created xsi:type="dcterms:W3CDTF">2025-12-12T04:43:26Z</dcterms:created>
  <dcterms:modified xsi:type="dcterms:W3CDTF">2026-01-05T07:15:56Z</dcterms:modified>
</cp:coreProperties>
</file>